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4C66C7-E6D4-4FCE-A118-715935610698}" v="4" dt="2026-03-17T01:55:02.325"/>
    <p1510:client id="{FA1D039D-6DD0-4785-966A-244E876C6AC8}" v="1" dt="2026-03-17T12:36:59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iane Baji" userId="e60412e6-7762-48cc-a571-e6f660e92413" providerId="ADAL" clId="{04F280AA-D63F-47C2-A242-09526CF69646}"/>
    <pc:docChg chg="custSel modSld">
      <pc:chgData name="Viviane Baji" userId="e60412e6-7762-48cc-a571-e6f660e92413" providerId="ADAL" clId="{04F280AA-D63F-47C2-A242-09526CF69646}" dt="2026-03-17T19:46:13.216" v="9" actId="478"/>
      <pc:docMkLst>
        <pc:docMk/>
      </pc:docMkLst>
      <pc:sldChg chg="addSp delSp modSp mod">
        <pc:chgData name="Viviane Baji" userId="e60412e6-7762-48cc-a571-e6f660e92413" providerId="ADAL" clId="{04F280AA-D63F-47C2-A242-09526CF69646}" dt="2026-03-17T19:46:13.216" v="9" actId="478"/>
        <pc:sldMkLst>
          <pc:docMk/>
          <pc:sldMk cId="3573802731" sldId="272"/>
        </pc:sldMkLst>
        <pc:spChg chg="add del mod">
          <ac:chgData name="Viviane Baji" userId="e60412e6-7762-48cc-a571-e6f660e92413" providerId="ADAL" clId="{04F280AA-D63F-47C2-A242-09526CF69646}" dt="2026-03-17T19:46:13.216" v="9" actId="478"/>
          <ac:spMkLst>
            <pc:docMk/>
            <pc:sldMk cId="3573802731" sldId="272"/>
            <ac:spMk id="2" creationId="{B9997EB5-1554-3A3F-5A91-62C4C6F2300F}"/>
          </ac:spMkLst>
        </pc:spChg>
        <pc:spChg chg="add del mod">
          <ac:chgData name="Viviane Baji" userId="e60412e6-7762-48cc-a571-e6f660e92413" providerId="ADAL" clId="{04F280AA-D63F-47C2-A242-09526CF69646}" dt="2026-03-17T19:46:11.584" v="8" actId="478"/>
          <ac:spMkLst>
            <pc:docMk/>
            <pc:sldMk cId="3573802731" sldId="272"/>
            <ac:spMk id="3" creationId="{7E792615-F669-40FC-751A-EAACF0BA5B1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C23A6-A6B3-1D43-447F-F9A468611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6C3F6C-6100-9DBA-0CB9-B770EDCE6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B0E88-64C9-578C-D067-C78C95122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AA8D-CA3C-4429-9AA1-5CF947E5CDE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A5BCA-48CA-C3B1-7427-6C94013C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F4C84-B71F-1507-DD7B-9F239CBB3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B596E-6AF6-4507-8010-C49979BC3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3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A691-48A3-106F-BCC2-50808BE79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0668A-B667-665C-6F5F-7294B924E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DB55D-FFF9-23DE-0B44-D51D9BFDC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AA8D-CA3C-4429-9AA1-5CF947E5CDE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0DAA2-BD31-F09D-7933-F5B6AAFC0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2D729-4C9E-FDDA-85EC-B21F2DA5D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B596E-6AF6-4507-8010-C49979BC3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94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EB118-B09E-8907-72EF-CC11C6662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3F1DB-2B43-89FC-C784-130CEE027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340BE-7ED9-EC53-46DD-0AE2A1277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AA8D-CA3C-4429-9AA1-5CF947E5CDE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B7D03-8EF0-8BBB-E8EF-5B4349E0A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6B48B-4B50-21F1-863B-BB2F089D6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B596E-6AF6-4507-8010-C49979BC3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76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333D7-B464-2FDC-6EA6-2FC0D8F90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AEAE9-9324-23C1-45EC-E4357A32E4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08D133-9F42-BC68-E4B5-A176E9658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49FE2-C605-46DE-D3D9-34E083C3E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AA8D-CA3C-4429-9AA1-5CF947E5CDE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B8F9E-2D1C-B16E-1501-D5546360B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89031-CB82-B9C3-4684-4E07B11C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B596E-6AF6-4507-8010-C49979BC3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07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B536B-5A26-0670-55CC-DFF4B4B1E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FAEAB-7BD7-2FF0-1EFD-AE71BB9F0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B6A0DA-F170-A135-EC6F-985A5F43B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24F1A3-093B-7AFD-3FC2-92E55A6EC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257DE2-3BDA-3751-5016-705EB20D1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F606F8-E58D-EB48-D9F9-D5EC6706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AA8D-CA3C-4429-9AA1-5CF947E5CDE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C7EDE1-F6DB-6718-7159-A84200CBF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5A623E-D507-40C8-C9ED-D2E7FF563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B596E-6AF6-4507-8010-C49979BC3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39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E2BC3-B326-E83A-A852-8866F4752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D0AFA5-55DE-6E50-FD77-7C4602673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AA8D-CA3C-4429-9AA1-5CF947E5CDE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F9CA43-AAF0-C770-D650-44336D045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75B0C-35ED-ADB9-CA28-BC6FDCC68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B596E-6AF6-4507-8010-C49979BC3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867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BF90DB-7B1A-2EFF-A717-834F59064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AA8D-CA3C-4429-9AA1-5CF947E5CDE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330733-6F26-9033-8067-432ED6BC5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9E6AB-796A-373A-9441-00776AC51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B596E-6AF6-4507-8010-C49979BC3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839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2226D-165F-3932-D664-5D80575F6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7AF09-E5D1-0575-CEBD-0EDFFBFC4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C65F93-70A0-53BA-C65F-B79D3ADF0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3D756-FD39-A427-35D4-F648D8863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AA8D-CA3C-4429-9AA1-5CF947E5CDE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CC7B5-66E6-0F3E-1156-F2ECE6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3C561-E570-63A3-5F17-118124B19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B596E-6AF6-4507-8010-C49979BC3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68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25E79-0F09-C75C-3B34-3A2FF1AB2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0D6EA4-E1A9-E2DC-D6BA-B7277D18AA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5E52E-D75E-5D4B-8DD6-8AA5BDEE3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03436-52B2-937F-7F9F-965D48EF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AA8D-CA3C-4429-9AA1-5CF947E5CDE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772B2-EC4F-A97F-71F0-312724193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C7AB7-88AB-0F34-2FCB-2661710A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B596E-6AF6-4507-8010-C49979BC3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780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6A783-BC47-5EBB-E18B-5ECAC30F8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9ED753-B6BE-25D8-984C-8983C424B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06712-4617-06CC-AF45-2CDF3E31E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AA8D-CA3C-4429-9AA1-5CF947E5CDE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356C4-D62C-ED40-037C-55E15FEAB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DEC00-5B02-9673-5757-165CC08D5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B596E-6AF6-4507-8010-C49979BC3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37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359234-5833-FB68-5CD6-DAC5A8B536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56D0F5-612E-FA6F-5F20-3E8792E77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B9992-26EC-A8B6-F747-8CDBC3F28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AA8D-CA3C-4429-9AA1-5CF947E5CDE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1CA70-68BE-CD5F-DC6E-8660A4B38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4090F-ABB5-41A5-443F-7790EC932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B596E-6AF6-4507-8010-C49979BC3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951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8AD1CE-C8F1-D8E6-813B-CC80F1C5A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4516E-6D9D-967B-EFA1-0F07D3655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BE29A-6D16-C579-FBC6-F5945F98AD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6EAA8D-CA3C-4429-9AA1-5CF947E5CDE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907B2-CD44-5465-8858-6EB5BB3EB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1A8BD-B8BE-908D-1714-EC30D014DC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1B596E-6AF6-4507-8010-C49979BC3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91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5D7883E1-BB74-F387-FEBB-C5E5950A0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08" y="0"/>
            <a:ext cx="117761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802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Viviane Baji</dc:creator>
  <cp:lastModifiedBy>Viviane Baji</cp:lastModifiedBy>
  <cp:revision>2</cp:revision>
  <dcterms:created xsi:type="dcterms:W3CDTF">2026-03-17T01:44:31Z</dcterms:created>
  <dcterms:modified xsi:type="dcterms:W3CDTF">2026-03-17T19:46:16Z</dcterms:modified>
</cp:coreProperties>
</file>